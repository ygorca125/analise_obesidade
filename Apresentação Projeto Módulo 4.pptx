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63" r:id="rId5"/>
    <p:sldId id="264" r:id="rId6"/>
    <p:sldId id="265" r:id="rId7"/>
    <p:sldId id="266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gor Azevedo" userId="acacacccbf0b3215" providerId="LiveId" clId="{4B9538CB-7C18-43AF-9EFB-89B6E21236CB}"/>
    <pc:docChg chg="undo custSel addSld delSld modSld sldOrd">
      <pc:chgData name="Ygor Azevedo" userId="acacacccbf0b3215" providerId="LiveId" clId="{4B9538CB-7C18-43AF-9EFB-89B6E21236CB}" dt="2026-05-28T15:12:30.680" v="2523" actId="122"/>
      <pc:docMkLst>
        <pc:docMk/>
      </pc:docMkLst>
      <pc:sldChg chg="addSp delSp modSp new mod">
        <pc:chgData name="Ygor Azevedo" userId="acacacccbf0b3215" providerId="LiveId" clId="{4B9538CB-7C18-43AF-9EFB-89B6E21236CB}" dt="2026-05-25T20:52:42.338" v="2506" actId="20577"/>
        <pc:sldMkLst>
          <pc:docMk/>
          <pc:sldMk cId="1734521097" sldId="256"/>
        </pc:sldMkLst>
        <pc:spChg chg="add mod">
          <ac:chgData name="Ygor Azevedo" userId="acacacccbf0b3215" providerId="LiveId" clId="{4B9538CB-7C18-43AF-9EFB-89B6E21236CB}" dt="2026-05-25T20:52:42.338" v="2506" actId="20577"/>
          <ac:spMkLst>
            <pc:docMk/>
            <pc:sldMk cId="1734521097" sldId="256"/>
            <ac:spMk id="5" creationId="{F0B81DBB-8EEC-5B9A-BDA9-B1F3A0DDC155}"/>
          </ac:spMkLst>
        </pc:spChg>
        <pc:picChg chg="add mod">
          <ac:chgData name="Ygor Azevedo" userId="acacacccbf0b3215" providerId="LiveId" clId="{4B9538CB-7C18-43AF-9EFB-89B6E21236CB}" dt="2026-05-25T20:49:01.910" v="2498" actId="1076"/>
          <ac:picMkLst>
            <pc:docMk/>
            <pc:sldMk cId="1734521097" sldId="256"/>
            <ac:picMk id="4" creationId="{F3E652E0-CD5A-F070-2F0B-05FEF2ECEA7B}"/>
          </ac:picMkLst>
        </pc:picChg>
        <pc:picChg chg="add mod">
          <ac:chgData name="Ygor Azevedo" userId="acacacccbf0b3215" providerId="LiveId" clId="{4B9538CB-7C18-43AF-9EFB-89B6E21236CB}" dt="2026-05-21T11:51:32.747" v="77" actId="1076"/>
          <ac:picMkLst>
            <pc:docMk/>
            <pc:sldMk cId="1734521097" sldId="256"/>
            <ac:picMk id="6" creationId="{9925B164-B83D-07D1-BDD0-DBE831D5F060}"/>
          </ac:picMkLst>
        </pc:picChg>
      </pc:sldChg>
      <pc:sldChg chg="addSp delSp modSp new mod ord">
        <pc:chgData name="Ygor Azevedo" userId="acacacccbf0b3215" providerId="LiveId" clId="{4B9538CB-7C18-43AF-9EFB-89B6E21236CB}" dt="2026-05-28T15:12:30.680" v="2523" actId="122"/>
        <pc:sldMkLst>
          <pc:docMk/>
          <pc:sldMk cId="3800097934" sldId="257"/>
        </pc:sldMkLst>
        <pc:spChg chg="mod">
          <ac:chgData name="Ygor Azevedo" userId="acacacccbf0b3215" providerId="LiveId" clId="{4B9538CB-7C18-43AF-9EFB-89B6E21236CB}" dt="2026-05-28T15:12:30.680" v="2523" actId="122"/>
          <ac:spMkLst>
            <pc:docMk/>
            <pc:sldMk cId="3800097934" sldId="257"/>
            <ac:spMk id="2" creationId="{373C4CDB-4148-43F2-6B07-CE97A7DE16B4}"/>
          </ac:spMkLst>
        </pc:spChg>
        <pc:spChg chg="mod">
          <ac:chgData name="Ygor Azevedo" userId="acacacccbf0b3215" providerId="LiveId" clId="{4B9538CB-7C18-43AF-9EFB-89B6E21236CB}" dt="2026-05-21T11:53:23.275" v="142" actId="20577"/>
          <ac:spMkLst>
            <pc:docMk/>
            <pc:sldMk cId="3800097934" sldId="257"/>
            <ac:spMk id="3" creationId="{05DDC950-9499-19CB-6A17-C212469B06AD}"/>
          </ac:spMkLst>
        </pc:spChg>
        <pc:picChg chg="add mod">
          <ac:chgData name="Ygor Azevedo" userId="acacacccbf0b3215" providerId="LiveId" clId="{4B9538CB-7C18-43AF-9EFB-89B6E21236CB}" dt="2026-05-21T11:51:39.310" v="81"/>
          <ac:picMkLst>
            <pc:docMk/>
            <pc:sldMk cId="3800097934" sldId="257"/>
            <ac:picMk id="5" creationId="{99AD81F1-F12C-7124-C235-F9CF3A426733}"/>
          </ac:picMkLst>
        </pc:picChg>
      </pc:sldChg>
      <pc:sldChg chg="addSp modSp new mod ord">
        <pc:chgData name="Ygor Azevedo" userId="acacacccbf0b3215" providerId="LiveId" clId="{4B9538CB-7C18-43AF-9EFB-89B6E21236CB}" dt="2026-05-23T21:47:58.294" v="2013" actId="404"/>
        <pc:sldMkLst>
          <pc:docMk/>
          <pc:sldMk cId="2872669245" sldId="258"/>
        </pc:sldMkLst>
        <pc:spChg chg="mod">
          <ac:chgData name="Ygor Azevedo" userId="acacacccbf0b3215" providerId="LiveId" clId="{4B9538CB-7C18-43AF-9EFB-89B6E21236CB}" dt="2026-05-21T12:46:04.510" v="213" actId="122"/>
          <ac:spMkLst>
            <pc:docMk/>
            <pc:sldMk cId="2872669245" sldId="258"/>
            <ac:spMk id="2" creationId="{1C03BFE8-9B80-B1CE-0581-0B7D6AFCA5A8}"/>
          </ac:spMkLst>
        </pc:spChg>
        <pc:spChg chg="mod">
          <ac:chgData name="Ygor Azevedo" userId="acacacccbf0b3215" providerId="LiveId" clId="{4B9538CB-7C18-43AF-9EFB-89B6E21236CB}" dt="2026-05-23T21:47:58.294" v="2013" actId="404"/>
          <ac:spMkLst>
            <pc:docMk/>
            <pc:sldMk cId="2872669245" sldId="258"/>
            <ac:spMk id="3" creationId="{308A7177-B6FB-BEAF-DA55-8D4C777F4283}"/>
          </ac:spMkLst>
        </pc:spChg>
        <pc:picChg chg="add mod">
          <ac:chgData name="Ygor Azevedo" userId="acacacccbf0b3215" providerId="LiveId" clId="{4B9538CB-7C18-43AF-9EFB-89B6E21236CB}" dt="2026-05-21T12:04:14.528" v="187"/>
          <ac:picMkLst>
            <pc:docMk/>
            <pc:sldMk cId="2872669245" sldId="258"/>
            <ac:picMk id="4" creationId="{EEE75D06-D78E-BAEF-6EBA-2D0B6759155D}"/>
          </ac:picMkLst>
        </pc:picChg>
      </pc:sldChg>
      <pc:sldChg chg="addSp delSp modSp add mod ord">
        <pc:chgData name="Ygor Azevedo" userId="acacacccbf0b3215" providerId="LiveId" clId="{4B9538CB-7C18-43AF-9EFB-89B6E21236CB}" dt="2026-05-23T21:47:46.640" v="2011" actId="404"/>
        <pc:sldMkLst>
          <pc:docMk/>
          <pc:sldMk cId="565762907" sldId="263"/>
        </pc:sldMkLst>
        <pc:spChg chg="mod">
          <ac:chgData name="Ygor Azevedo" userId="acacacccbf0b3215" providerId="LiveId" clId="{4B9538CB-7C18-43AF-9EFB-89B6E21236CB}" dt="2026-05-21T19:37:04.394" v="223" actId="27636"/>
          <ac:spMkLst>
            <pc:docMk/>
            <pc:sldMk cId="565762907" sldId="263"/>
            <ac:spMk id="2" creationId="{A1F40064-3D40-B319-3B1D-580CD6276149}"/>
          </ac:spMkLst>
        </pc:spChg>
        <pc:spChg chg="mod">
          <ac:chgData name="Ygor Azevedo" userId="acacacccbf0b3215" providerId="LiveId" clId="{4B9538CB-7C18-43AF-9EFB-89B6E21236CB}" dt="2026-05-23T21:47:46.640" v="2011" actId="404"/>
          <ac:spMkLst>
            <pc:docMk/>
            <pc:sldMk cId="565762907" sldId="263"/>
            <ac:spMk id="3" creationId="{CC03B611-83F5-EE3B-C144-7B9B14620B76}"/>
          </ac:spMkLst>
        </pc:spChg>
        <pc:picChg chg="add mod">
          <ac:chgData name="Ygor Azevedo" userId="acacacccbf0b3215" providerId="LiveId" clId="{4B9538CB-7C18-43AF-9EFB-89B6E21236CB}" dt="2026-05-23T20:37:45.910" v="1970" actId="1076"/>
          <ac:picMkLst>
            <pc:docMk/>
            <pc:sldMk cId="565762907" sldId="263"/>
            <ac:picMk id="6" creationId="{3684239E-C03D-2C40-51D3-30EDDB37C3A6}"/>
          </ac:picMkLst>
        </pc:picChg>
        <pc:picChg chg="add mod">
          <ac:chgData name="Ygor Azevedo" userId="acacacccbf0b3215" providerId="LiveId" clId="{4B9538CB-7C18-43AF-9EFB-89B6E21236CB}" dt="2026-05-23T20:37:47.065" v="1971" actId="1076"/>
          <ac:picMkLst>
            <pc:docMk/>
            <pc:sldMk cId="565762907" sldId="263"/>
            <ac:picMk id="10" creationId="{1AB20DD5-1C2F-9F8D-F74B-7B9CB27D15EE}"/>
          </ac:picMkLst>
        </pc:picChg>
      </pc:sldChg>
      <pc:sldChg chg="addSp delSp modSp add mod">
        <pc:chgData name="Ygor Azevedo" userId="acacacccbf0b3215" providerId="LiveId" clId="{4B9538CB-7C18-43AF-9EFB-89B6E21236CB}" dt="2026-05-23T22:42:01.584" v="2473" actId="20577"/>
        <pc:sldMkLst>
          <pc:docMk/>
          <pc:sldMk cId="2939490223" sldId="264"/>
        </pc:sldMkLst>
        <pc:spChg chg="mod">
          <ac:chgData name="Ygor Azevedo" userId="acacacccbf0b3215" providerId="LiveId" clId="{4B9538CB-7C18-43AF-9EFB-89B6E21236CB}" dt="2026-05-21T19:39:08.262" v="247" actId="20577"/>
          <ac:spMkLst>
            <pc:docMk/>
            <pc:sldMk cId="2939490223" sldId="264"/>
            <ac:spMk id="2" creationId="{0392F7C4-51A8-1AEA-D8FC-162A12BBE261}"/>
          </ac:spMkLst>
        </pc:spChg>
        <pc:spChg chg="add mod">
          <ac:chgData name="Ygor Azevedo" userId="acacacccbf0b3215" providerId="LiveId" clId="{4B9538CB-7C18-43AF-9EFB-89B6E21236CB}" dt="2026-05-23T22:24:03.418" v="2300" actId="14100"/>
          <ac:spMkLst>
            <pc:docMk/>
            <pc:sldMk cId="2939490223" sldId="264"/>
            <ac:spMk id="9" creationId="{89A8C6D1-D181-E953-099C-EAD5B4D314D2}"/>
          </ac:spMkLst>
        </pc:spChg>
        <pc:spChg chg="add mod">
          <ac:chgData name="Ygor Azevedo" userId="acacacccbf0b3215" providerId="LiveId" clId="{4B9538CB-7C18-43AF-9EFB-89B6E21236CB}" dt="2026-05-23T22:24:00.899" v="2299" actId="14100"/>
          <ac:spMkLst>
            <pc:docMk/>
            <pc:sldMk cId="2939490223" sldId="264"/>
            <ac:spMk id="10" creationId="{43EC0D1A-416E-B757-F1DA-D20CE4103475}"/>
          </ac:spMkLst>
        </pc:spChg>
        <pc:spChg chg="add mod">
          <ac:chgData name="Ygor Azevedo" userId="acacacccbf0b3215" providerId="LiveId" clId="{4B9538CB-7C18-43AF-9EFB-89B6E21236CB}" dt="2026-05-23T22:23:50.228" v="2296" actId="1076"/>
          <ac:spMkLst>
            <pc:docMk/>
            <pc:sldMk cId="2939490223" sldId="264"/>
            <ac:spMk id="11" creationId="{F5CC50DC-94E9-1B46-E6CC-70C2F5E99B85}"/>
          </ac:spMkLst>
        </pc:spChg>
        <pc:spChg chg="add mod">
          <ac:chgData name="Ygor Azevedo" userId="acacacccbf0b3215" providerId="LiveId" clId="{4B9538CB-7C18-43AF-9EFB-89B6E21236CB}" dt="2026-05-23T22:23:52.923" v="2297" actId="1076"/>
          <ac:spMkLst>
            <pc:docMk/>
            <pc:sldMk cId="2939490223" sldId="264"/>
            <ac:spMk id="12" creationId="{1CD31CCB-86E9-93C7-5DEC-F13B8125DAA4}"/>
          </ac:spMkLst>
        </pc:spChg>
        <pc:spChg chg="add mod">
          <ac:chgData name="Ygor Azevedo" userId="acacacccbf0b3215" providerId="LiveId" clId="{4B9538CB-7C18-43AF-9EFB-89B6E21236CB}" dt="2026-05-23T22:23:56.243" v="2298" actId="1076"/>
          <ac:spMkLst>
            <pc:docMk/>
            <pc:sldMk cId="2939490223" sldId="264"/>
            <ac:spMk id="13" creationId="{2BE697AB-79CA-3A50-A865-8BFC70C0FD97}"/>
          </ac:spMkLst>
        </pc:spChg>
        <pc:spChg chg="add mod">
          <ac:chgData name="Ygor Azevedo" userId="acacacccbf0b3215" providerId="LiveId" clId="{4B9538CB-7C18-43AF-9EFB-89B6E21236CB}" dt="2026-05-23T22:31:54.276" v="2332" actId="20577"/>
          <ac:spMkLst>
            <pc:docMk/>
            <pc:sldMk cId="2939490223" sldId="264"/>
            <ac:spMk id="14" creationId="{A93DA732-9A43-A0EC-827E-37F990B01A65}"/>
          </ac:spMkLst>
        </pc:spChg>
        <pc:spChg chg="add mod">
          <ac:chgData name="Ygor Azevedo" userId="acacacccbf0b3215" providerId="LiveId" clId="{4B9538CB-7C18-43AF-9EFB-89B6E21236CB}" dt="2026-05-23T22:35:09.993" v="2399" actId="20577"/>
          <ac:spMkLst>
            <pc:docMk/>
            <pc:sldMk cId="2939490223" sldId="264"/>
            <ac:spMk id="17" creationId="{AEE29A21-5BE6-A7DF-C918-B16C8E825346}"/>
          </ac:spMkLst>
        </pc:spChg>
        <pc:spChg chg="add mod">
          <ac:chgData name="Ygor Azevedo" userId="acacacccbf0b3215" providerId="LiveId" clId="{4B9538CB-7C18-43AF-9EFB-89B6E21236CB}" dt="2026-05-23T22:35:46.161" v="2435" actId="20577"/>
          <ac:spMkLst>
            <pc:docMk/>
            <pc:sldMk cId="2939490223" sldId="264"/>
            <ac:spMk id="19" creationId="{EFF1377B-3D6F-A251-7681-A604367FC357}"/>
          </ac:spMkLst>
        </pc:spChg>
        <pc:spChg chg="add mod">
          <ac:chgData name="Ygor Azevedo" userId="acacacccbf0b3215" providerId="LiveId" clId="{4B9538CB-7C18-43AF-9EFB-89B6E21236CB}" dt="2026-05-23T22:36:08.212" v="2451" actId="20577"/>
          <ac:spMkLst>
            <pc:docMk/>
            <pc:sldMk cId="2939490223" sldId="264"/>
            <ac:spMk id="21" creationId="{77FE86D0-5962-508B-76E4-7501369F0A20}"/>
          </ac:spMkLst>
        </pc:spChg>
        <pc:spChg chg="add mod">
          <ac:chgData name="Ygor Azevedo" userId="acacacccbf0b3215" providerId="LiveId" clId="{4B9538CB-7C18-43AF-9EFB-89B6E21236CB}" dt="2026-05-23T22:42:01.584" v="2473" actId="20577"/>
          <ac:spMkLst>
            <pc:docMk/>
            <pc:sldMk cId="2939490223" sldId="264"/>
            <ac:spMk id="23" creationId="{38A59ACD-039A-9FA7-7DC0-5BA7D28BC12E}"/>
          </ac:spMkLst>
        </pc:spChg>
        <pc:cxnChg chg="add mod">
          <ac:chgData name="Ygor Azevedo" userId="acacacccbf0b3215" providerId="LiveId" clId="{4B9538CB-7C18-43AF-9EFB-89B6E21236CB}" dt="2026-05-23T22:32:01.082" v="2333" actId="1076"/>
          <ac:cxnSpMkLst>
            <pc:docMk/>
            <pc:sldMk cId="2939490223" sldId="264"/>
            <ac:cxnSpMk id="16" creationId="{BB24CCA0-AFCA-5071-9782-A126C56D9DB2}"/>
          </ac:cxnSpMkLst>
        </pc:cxnChg>
        <pc:cxnChg chg="add mod">
          <ac:chgData name="Ygor Azevedo" userId="acacacccbf0b3215" providerId="LiveId" clId="{4B9538CB-7C18-43AF-9EFB-89B6E21236CB}" dt="2026-05-23T22:32:12.001" v="2335" actId="1076"/>
          <ac:cxnSpMkLst>
            <pc:docMk/>
            <pc:sldMk cId="2939490223" sldId="264"/>
            <ac:cxnSpMk id="18" creationId="{CAD47B1C-3991-44FF-2036-B46A05E74385}"/>
          </ac:cxnSpMkLst>
        </pc:cxnChg>
        <pc:cxnChg chg="add mod">
          <ac:chgData name="Ygor Azevedo" userId="acacacccbf0b3215" providerId="LiveId" clId="{4B9538CB-7C18-43AF-9EFB-89B6E21236CB}" dt="2026-05-23T22:32:15.492" v="2337" actId="1076"/>
          <ac:cxnSpMkLst>
            <pc:docMk/>
            <pc:sldMk cId="2939490223" sldId="264"/>
            <ac:cxnSpMk id="20" creationId="{CAA7DCC4-CD7E-5E63-C9B8-C5173803183F}"/>
          </ac:cxnSpMkLst>
        </pc:cxnChg>
        <pc:cxnChg chg="add mod">
          <ac:chgData name="Ygor Azevedo" userId="acacacccbf0b3215" providerId="LiveId" clId="{4B9538CB-7C18-43AF-9EFB-89B6E21236CB}" dt="2026-05-23T22:32:19.178" v="2339" actId="1076"/>
          <ac:cxnSpMkLst>
            <pc:docMk/>
            <pc:sldMk cId="2939490223" sldId="264"/>
            <ac:cxnSpMk id="22" creationId="{497C584B-861F-4EE3-B9F9-BFBE89BE0CFF}"/>
          </ac:cxnSpMkLst>
        </pc:cxnChg>
        <pc:cxnChg chg="add mod">
          <ac:chgData name="Ygor Azevedo" userId="acacacccbf0b3215" providerId="LiveId" clId="{4B9538CB-7C18-43AF-9EFB-89B6E21236CB}" dt="2026-05-23T22:32:23.148" v="2341" actId="1076"/>
          <ac:cxnSpMkLst>
            <pc:docMk/>
            <pc:sldMk cId="2939490223" sldId="264"/>
            <ac:cxnSpMk id="24" creationId="{8DE21411-580E-6CBF-D921-69980F3C97FB}"/>
          </ac:cxnSpMkLst>
        </pc:cxnChg>
      </pc:sldChg>
      <pc:sldChg chg="addSp modSp add mod">
        <pc:chgData name="Ygor Azevedo" userId="acacacccbf0b3215" providerId="LiveId" clId="{4B9538CB-7C18-43AF-9EFB-89B6E21236CB}" dt="2026-05-23T21:48:09.329" v="2014" actId="404"/>
        <pc:sldMkLst>
          <pc:docMk/>
          <pc:sldMk cId="167486997" sldId="265"/>
        </pc:sldMkLst>
        <pc:spChg chg="mod">
          <ac:chgData name="Ygor Azevedo" userId="acacacccbf0b3215" providerId="LiveId" clId="{4B9538CB-7C18-43AF-9EFB-89B6E21236CB}" dt="2026-05-22T11:59:30.702" v="1169" actId="20577"/>
          <ac:spMkLst>
            <pc:docMk/>
            <pc:sldMk cId="167486997" sldId="265"/>
            <ac:spMk id="2" creationId="{6944428E-5993-3E3F-BB31-C8F0E5B93398}"/>
          </ac:spMkLst>
        </pc:spChg>
        <pc:spChg chg="mod">
          <ac:chgData name="Ygor Azevedo" userId="acacacccbf0b3215" providerId="LiveId" clId="{4B9538CB-7C18-43AF-9EFB-89B6E21236CB}" dt="2026-05-23T21:48:09.329" v="2014" actId="404"/>
          <ac:spMkLst>
            <pc:docMk/>
            <pc:sldMk cId="167486997" sldId="265"/>
            <ac:spMk id="3" creationId="{7AAF82F2-01DC-41E9-0BB0-BE31F9DF4AC0}"/>
          </ac:spMkLst>
        </pc:spChg>
        <pc:spChg chg="add mod">
          <ac:chgData name="Ygor Azevedo" userId="acacacccbf0b3215" providerId="LiveId" clId="{4B9538CB-7C18-43AF-9EFB-89B6E21236CB}" dt="2026-05-22T14:53:06.900" v="1676" actId="14100"/>
          <ac:spMkLst>
            <pc:docMk/>
            <pc:sldMk cId="167486997" sldId="265"/>
            <ac:spMk id="7" creationId="{F593EAF6-7B30-6B2F-470D-57CA501AD0AE}"/>
          </ac:spMkLst>
        </pc:spChg>
        <pc:spChg chg="add mod">
          <ac:chgData name="Ygor Azevedo" userId="acacacccbf0b3215" providerId="LiveId" clId="{4B9538CB-7C18-43AF-9EFB-89B6E21236CB}" dt="2026-05-22T14:53:22.415" v="1699" actId="20577"/>
          <ac:spMkLst>
            <pc:docMk/>
            <pc:sldMk cId="167486997" sldId="265"/>
            <ac:spMk id="9" creationId="{F9A0DF7B-EC64-39B9-36AC-71971DF24A24}"/>
          </ac:spMkLst>
        </pc:spChg>
        <pc:picChg chg="add mod">
          <ac:chgData name="Ygor Azevedo" userId="acacacccbf0b3215" providerId="LiveId" clId="{4B9538CB-7C18-43AF-9EFB-89B6E21236CB}" dt="2026-05-22T14:53:00.957" v="1674" actId="14100"/>
          <ac:picMkLst>
            <pc:docMk/>
            <pc:sldMk cId="167486997" sldId="265"/>
            <ac:picMk id="6" creationId="{C4205DA2-134D-33A4-9218-22A1AD14EA22}"/>
          </ac:picMkLst>
        </pc:picChg>
        <pc:picChg chg="add mod">
          <ac:chgData name="Ygor Azevedo" userId="acacacccbf0b3215" providerId="LiveId" clId="{4B9538CB-7C18-43AF-9EFB-89B6E21236CB}" dt="2026-05-22T14:52:51.102" v="1671" actId="1076"/>
          <ac:picMkLst>
            <pc:docMk/>
            <pc:sldMk cId="167486997" sldId="265"/>
            <ac:picMk id="8" creationId="{B48BDF36-732E-E0BC-18EE-A9A29CAEB73A}"/>
          </ac:picMkLst>
        </pc:picChg>
      </pc:sldChg>
      <pc:sldChg chg="addSp delSp modSp add mod">
        <pc:chgData name="Ygor Azevedo" userId="acacacccbf0b3215" providerId="LiveId" clId="{4B9538CB-7C18-43AF-9EFB-89B6E21236CB}" dt="2026-05-25T04:54:22.624" v="2497" actId="20577"/>
        <pc:sldMkLst>
          <pc:docMk/>
          <pc:sldMk cId="3631894750" sldId="266"/>
        </pc:sldMkLst>
        <pc:spChg chg="mod">
          <ac:chgData name="Ygor Azevedo" userId="acacacccbf0b3215" providerId="LiveId" clId="{4B9538CB-7C18-43AF-9EFB-89B6E21236CB}" dt="2026-05-22T11:59:53.157" v="1178" actId="20577"/>
          <ac:spMkLst>
            <pc:docMk/>
            <pc:sldMk cId="3631894750" sldId="266"/>
            <ac:spMk id="2" creationId="{CCDD680C-C569-17B7-5B2A-13A88343AAF9}"/>
          </ac:spMkLst>
        </pc:spChg>
        <pc:spChg chg="mod">
          <ac:chgData name="Ygor Azevedo" userId="acacacccbf0b3215" providerId="LiveId" clId="{4B9538CB-7C18-43AF-9EFB-89B6E21236CB}" dt="2026-05-25T04:54:22.624" v="2497" actId="20577"/>
          <ac:spMkLst>
            <pc:docMk/>
            <pc:sldMk cId="3631894750" sldId="266"/>
            <ac:spMk id="3" creationId="{9A3B72F2-D841-9267-30F8-B9367C4E8991}"/>
          </ac:spMkLst>
        </pc:spChg>
        <pc:spChg chg="add mod">
          <ac:chgData name="Ygor Azevedo" userId="acacacccbf0b3215" providerId="LiveId" clId="{4B9538CB-7C18-43AF-9EFB-89B6E21236CB}" dt="2026-05-23T14:58:49.500" v="1941" actId="1076"/>
          <ac:spMkLst>
            <pc:docMk/>
            <pc:sldMk cId="3631894750" sldId="266"/>
            <ac:spMk id="13" creationId="{BEE07AC4-8818-9989-C421-0308A9A655BC}"/>
          </ac:spMkLst>
        </pc:spChg>
        <pc:spChg chg="add mod">
          <ac:chgData name="Ygor Azevedo" userId="acacacccbf0b3215" providerId="LiveId" clId="{4B9538CB-7C18-43AF-9EFB-89B6E21236CB}" dt="2026-05-23T14:56:49.705" v="1836" actId="1076"/>
          <ac:spMkLst>
            <pc:docMk/>
            <pc:sldMk cId="3631894750" sldId="266"/>
            <ac:spMk id="14" creationId="{94389235-9D0B-12C1-7877-290580334E09}"/>
          </ac:spMkLst>
        </pc:spChg>
        <pc:spChg chg="add mod">
          <ac:chgData name="Ygor Azevedo" userId="acacacccbf0b3215" providerId="LiveId" clId="{4B9538CB-7C18-43AF-9EFB-89B6E21236CB}" dt="2026-05-23T14:59:11.180" v="1964" actId="1076"/>
          <ac:spMkLst>
            <pc:docMk/>
            <pc:sldMk cId="3631894750" sldId="266"/>
            <ac:spMk id="15" creationId="{D7C920E3-002D-9BAA-4198-4EA9BA669685}"/>
          </ac:spMkLst>
        </pc:spChg>
        <pc:picChg chg="add mod">
          <ac:chgData name="Ygor Azevedo" userId="acacacccbf0b3215" providerId="LiveId" clId="{4B9538CB-7C18-43AF-9EFB-89B6E21236CB}" dt="2026-05-23T14:56:49.705" v="1836" actId="1076"/>
          <ac:picMkLst>
            <pc:docMk/>
            <pc:sldMk cId="3631894750" sldId="266"/>
            <ac:picMk id="10" creationId="{24B454AD-804D-DD71-05E3-49DC50664B70}"/>
          </ac:picMkLst>
        </pc:picChg>
      </pc:sldChg>
      <pc:sldChg chg="addSp delSp modSp add mod">
        <pc:chgData name="Ygor Azevedo" userId="acacacccbf0b3215" providerId="LiveId" clId="{4B9538CB-7C18-43AF-9EFB-89B6E21236CB}" dt="2026-05-23T22:43:24.375" v="2479" actId="1076"/>
        <pc:sldMkLst>
          <pc:docMk/>
          <pc:sldMk cId="3153950814" sldId="268"/>
        </pc:sldMkLst>
        <pc:spChg chg="mod">
          <ac:chgData name="Ygor Azevedo" userId="acacacccbf0b3215" providerId="LiveId" clId="{4B9538CB-7C18-43AF-9EFB-89B6E21236CB}" dt="2026-05-21T19:42:02.551" v="302" actId="20577"/>
          <ac:spMkLst>
            <pc:docMk/>
            <pc:sldMk cId="3153950814" sldId="268"/>
            <ac:spMk id="2" creationId="{1A1E8ACE-0E7C-DFA1-313E-187D8C4AB410}"/>
          </ac:spMkLst>
        </pc:spChg>
        <pc:picChg chg="add mod">
          <ac:chgData name="Ygor Azevedo" userId="acacacccbf0b3215" providerId="LiveId" clId="{4B9538CB-7C18-43AF-9EFB-89B6E21236CB}" dt="2026-05-22T13:09:46.875" v="1399" actId="1076"/>
          <ac:picMkLst>
            <pc:docMk/>
            <pc:sldMk cId="3153950814" sldId="268"/>
            <ac:picMk id="8" creationId="{DB272F68-5C8E-BFE6-E70C-EB1D239D55E5}"/>
          </ac:picMkLst>
        </pc:picChg>
        <pc:picChg chg="add mod">
          <ac:chgData name="Ygor Azevedo" userId="acacacccbf0b3215" providerId="LiveId" clId="{4B9538CB-7C18-43AF-9EFB-89B6E21236CB}" dt="2026-05-23T22:43:07.663" v="2475" actId="1076"/>
          <ac:picMkLst>
            <pc:docMk/>
            <pc:sldMk cId="3153950814" sldId="268"/>
            <ac:picMk id="9" creationId="{3E534B70-354C-C5A8-F710-EF349E1347E9}"/>
          </ac:picMkLst>
        </pc:picChg>
        <pc:picChg chg="add mod">
          <ac:chgData name="Ygor Azevedo" userId="acacacccbf0b3215" providerId="LiveId" clId="{4B9538CB-7C18-43AF-9EFB-89B6E21236CB}" dt="2026-05-23T22:43:24.375" v="2479" actId="1076"/>
          <ac:picMkLst>
            <pc:docMk/>
            <pc:sldMk cId="3153950814" sldId="268"/>
            <ac:picMk id="10" creationId="{B30D301F-799A-2E0E-14A5-CA71596C7BCE}"/>
          </ac:picMkLst>
        </pc:picChg>
        <pc:picChg chg="add mod">
          <ac:chgData name="Ygor Azevedo" userId="acacacccbf0b3215" providerId="LiveId" clId="{4B9538CB-7C18-43AF-9EFB-89B6E21236CB}" dt="2026-05-23T22:43:16.158" v="2478" actId="1076"/>
          <ac:picMkLst>
            <pc:docMk/>
            <pc:sldMk cId="3153950814" sldId="268"/>
            <ac:picMk id="11" creationId="{F5D486D9-B117-D718-61C0-FA4C704284AD}"/>
          </ac:picMkLst>
        </pc:picChg>
      </pc:sldChg>
      <pc:sldChg chg="addSp delSp modSp add mod">
        <pc:chgData name="Ygor Azevedo" userId="acacacccbf0b3215" providerId="LiveId" clId="{4B9538CB-7C18-43AF-9EFB-89B6E21236CB}" dt="2026-05-23T21:48:26.870" v="2018" actId="404"/>
        <pc:sldMkLst>
          <pc:docMk/>
          <pc:sldMk cId="3348357098" sldId="269"/>
        </pc:sldMkLst>
        <pc:spChg chg="mod">
          <ac:chgData name="Ygor Azevedo" userId="acacacccbf0b3215" providerId="LiveId" clId="{4B9538CB-7C18-43AF-9EFB-89B6E21236CB}" dt="2026-05-21T19:42:08.147" v="311" actId="20577"/>
          <ac:spMkLst>
            <pc:docMk/>
            <pc:sldMk cId="3348357098" sldId="269"/>
            <ac:spMk id="2" creationId="{48F7DE80-AAC4-CA0C-7C68-03B6A640E6E0}"/>
          </ac:spMkLst>
        </pc:spChg>
        <pc:spChg chg="mod">
          <ac:chgData name="Ygor Azevedo" userId="acacacccbf0b3215" providerId="LiveId" clId="{4B9538CB-7C18-43AF-9EFB-89B6E21236CB}" dt="2026-05-23T21:48:26.870" v="2018" actId="404"/>
          <ac:spMkLst>
            <pc:docMk/>
            <pc:sldMk cId="3348357098" sldId="269"/>
            <ac:spMk id="3" creationId="{F833A514-6216-09D8-9A61-8AC54222FEA7}"/>
          </ac:spMkLst>
        </pc:spChg>
        <pc:spChg chg="add mod">
          <ac:chgData name="Ygor Azevedo" userId="acacacccbf0b3215" providerId="LiveId" clId="{4B9538CB-7C18-43AF-9EFB-89B6E21236CB}" dt="2026-05-23T21:48:21.117" v="2017" actId="27636"/>
          <ac:spMkLst>
            <pc:docMk/>
            <pc:sldMk cId="3348357098" sldId="269"/>
            <ac:spMk id="9" creationId="{E8D13550-123E-ED30-94B1-69DDDF7F2033}"/>
          </ac:spMkLst>
        </pc:spChg>
        <pc:spChg chg="add mod">
          <ac:chgData name="Ygor Azevedo" userId="acacacccbf0b3215" providerId="LiveId" clId="{4B9538CB-7C18-43AF-9EFB-89B6E21236CB}" dt="2026-05-22T13:17:09.659" v="1422" actId="14100"/>
          <ac:spMkLst>
            <pc:docMk/>
            <pc:sldMk cId="3348357098" sldId="269"/>
            <ac:spMk id="15" creationId="{76C01495-EEA3-0A62-1FE4-4A988D0B6543}"/>
          </ac:spMkLst>
        </pc:spChg>
        <pc:spChg chg="add mod">
          <ac:chgData name="Ygor Azevedo" userId="acacacccbf0b3215" providerId="LiveId" clId="{4B9538CB-7C18-43AF-9EFB-89B6E21236CB}" dt="2026-05-22T13:17:23.555" v="1426" actId="1076"/>
          <ac:spMkLst>
            <pc:docMk/>
            <pc:sldMk cId="3348357098" sldId="269"/>
            <ac:spMk id="16" creationId="{44DC2242-72BD-093D-D710-678F07B854CD}"/>
          </ac:spMkLst>
        </pc:spChg>
        <pc:picChg chg="add mod">
          <ac:chgData name="Ygor Azevedo" userId="acacacccbf0b3215" providerId="LiveId" clId="{4B9538CB-7C18-43AF-9EFB-89B6E21236CB}" dt="2026-05-22T13:13:48.584" v="1409" actId="1440"/>
          <ac:picMkLst>
            <pc:docMk/>
            <pc:sldMk cId="3348357098" sldId="269"/>
            <ac:picMk id="11" creationId="{AE072F5F-7FA5-0A45-5293-83AE4A8D8510}"/>
          </ac:picMkLst>
        </pc:picChg>
        <pc:picChg chg="add mod">
          <ac:chgData name="Ygor Azevedo" userId="acacacccbf0b3215" providerId="LiveId" clId="{4B9538CB-7C18-43AF-9EFB-89B6E21236CB}" dt="2026-05-22T13:14:08.233" v="1414" actId="1440"/>
          <ac:picMkLst>
            <pc:docMk/>
            <pc:sldMk cId="3348357098" sldId="269"/>
            <ac:picMk id="13" creationId="{6853D375-0D02-C320-50E8-930FAF32B23C}"/>
          </ac:picMkLst>
        </pc:picChg>
      </pc:sldChg>
      <pc:sldChg chg="delSp modSp add mod">
        <pc:chgData name="Ygor Azevedo" userId="acacacccbf0b3215" providerId="LiveId" clId="{4B9538CB-7C18-43AF-9EFB-89B6E21236CB}" dt="2026-05-23T22:43:51.538" v="2495" actId="403"/>
        <pc:sldMkLst>
          <pc:docMk/>
          <pc:sldMk cId="555534255" sldId="270"/>
        </pc:sldMkLst>
        <pc:spChg chg="mod">
          <ac:chgData name="Ygor Azevedo" userId="acacacccbf0b3215" providerId="LiveId" clId="{4B9538CB-7C18-43AF-9EFB-89B6E21236CB}" dt="2026-05-23T22:43:51.538" v="2495" actId="403"/>
          <ac:spMkLst>
            <pc:docMk/>
            <pc:sldMk cId="555534255" sldId="270"/>
            <ac:spMk id="2" creationId="{5771D1B7-1C9F-B38D-A01D-FD9D5F573A4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1581BA-6B50-FF02-81A5-C161ECEEE5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6642E5D-4EE1-968E-6B3C-5EF691E6E0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0BCD4B-FCF0-C599-AF0E-E2B1ED112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44048-1262-45FE-8459-C2042FD05C9D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A50D56-0F6F-CFD1-B3E8-2500553C6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C48F3F-F156-C2DB-A9D3-57954A4BA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757C-C470-45A7-AE58-0CF10B772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3357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E13F52-FC4A-AF55-0436-E425BF60A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06C85DF-8787-5314-435D-DC2F0DF92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CDB405-84BD-0E6B-0563-EF4ADBE56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44048-1262-45FE-8459-C2042FD05C9D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7D7EAF-B976-803D-E868-9B821791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B8CAEF-96A8-EFCA-F754-662D66A7A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757C-C470-45A7-AE58-0CF10B772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1039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80B795-C1E7-1C8B-BA16-01E96DA35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83BB37-7149-A842-812E-C68EDB00D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CABC7C-7878-12C6-C6DD-147E4D82E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44048-1262-45FE-8459-C2042FD05C9D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DC2A24-266A-70F9-A7D7-7A807EBA5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E35F8C-1D2F-F6CD-50AE-7A1AF2231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757C-C470-45A7-AE58-0CF10B772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676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BF992-9039-45B9-CA7E-BE52FE82A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B233E4-3F1E-150A-41F1-E8785EC0D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2F58352-2426-5032-F6FB-8C8C2418C1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8DC06D-DBEB-7FC6-585E-3769803DC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44048-1262-45FE-8459-C2042FD05C9D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5FDFF47-56E3-CE35-11B2-0A31F450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9590071-F410-C69B-3EBE-E8568D0AD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757C-C470-45A7-AE58-0CF10B772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842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DB6DB6-1DF3-24D0-1B9C-5EF0BA390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436C9F2-3AF7-7C18-EB3E-6295FB8FB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69CD8A-E11C-B6E2-9B69-A35C9E82C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2FD40C3-AA77-3B70-9081-1A6FFB9DF1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A106CC2-B086-82DC-48B4-DBD650006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23FB20D-5012-DFB0-D4DD-1A68769DF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44048-1262-45FE-8459-C2042FD05C9D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D4C9450-D6B2-8781-2B79-C342E1530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6B37EC-D269-8E65-6770-08D4438AB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757C-C470-45A7-AE58-0CF10B772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3965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42566F-F012-25C9-90E8-DE7634FC2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E5EDEDF-A9D4-4247-4DF8-3A182938F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44048-1262-45FE-8459-C2042FD05C9D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E483607-9B6B-AF54-1148-B9DA8A0A9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1D09985-0621-4E3A-922E-A0ABB3A8F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757C-C470-45A7-AE58-0CF10B772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0299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F67AF37-EFE2-2FB3-AB02-A88DD70B2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44048-1262-45FE-8459-C2042FD05C9D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C3B9995-7FDB-B4A6-70F4-5550A9B79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09192E3-D798-D3C1-7829-ED9DF5105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757C-C470-45A7-AE58-0CF10B772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2056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11079E-DD2C-D2A1-CCD5-CE420CDAD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C829FD-8497-2599-A074-4D0D77762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C1812CF-ED6B-7639-FC23-66531B5C3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E258F46-DB8B-3E3F-F607-A0B182B68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44048-1262-45FE-8459-C2042FD05C9D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2164BE-4DA3-1ED9-317C-17C6030B5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64EEF4-D88A-5000-C714-BB70D942F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757C-C470-45A7-AE58-0CF10B772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594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CAF1B-704E-EFF9-3284-AA2747299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5FFF80C-842B-7557-8296-42184C5261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1CD87EB-459D-C2DE-5B4F-B09A398588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2E4EC57-D458-619B-31F8-25BC990E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44048-1262-45FE-8459-C2042FD05C9D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D3C8F-D0EC-7495-996D-DB0C57D66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59B0143-74B3-488E-C961-0F2081512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757C-C470-45A7-AE58-0CF10B772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0888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E3124C-540F-6992-5EF5-0E83F3C55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6212E59-8F57-A350-F02B-D9DAF3084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03ABE5-3A02-578D-573C-8BC898C02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44048-1262-45FE-8459-C2042FD05C9D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FF93B9-C991-27DE-58C0-EF18578E8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3A8A3B-1C9E-A96E-62A6-47FFF2323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757C-C470-45A7-AE58-0CF10B772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7398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227E502-76FA-FE3D-9858-8F01D38D9D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C046C1C-3FEE-79BF-60E8-1E96A3367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5FAF41-9BF9-3FBB-27C4-726F2D824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44048-1262-45FE-8459-C2042FD05C9D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0FD75A-2E0B-B3CB-B3EE-74E6A62C3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024EAB-3CBB-6729-DD3F-7E8FA5FDE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6757C-C470-45A7-AE58-0CF10B772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5515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89300E2-1199-7DB9-57E9-FD3C97A5A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D2A0D4-9503-9739-FC5B-95DB287F6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A4C25C-6639-7F2C-A002-C9D250C8B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444048-1262-45FE-8459-C2042FD05C9D}" type="datetimeFigureOut">
              <a:rPr lang="pt-BR" smtClean="0"/>
              <a:t>20/05/2026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B45C94-4F36-8771-6718-6B499321E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98254C-B8D2-6354-7365-F54CC3FEF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D6757C-C470-45A7-AE58-0CF10B7721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832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3C4CDB-4148-43F2-6B07-CE97A7DE1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2902" y="2019873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Módulo 4 - Pós Graduação Data </a:t>
            </a:r>
            <a:r>
              <a:rPr lang="pt-BR" dirty="0" err="1"/>
              <a:t>Analytics</a:t>
            </a:r>
            <a:br>
              <a:rPr lang="pt-BR" dirty="0"/>
            </a:br>
            <a:br>
              <a:rPr lang="pt-BR" dirty="0"/>
            </a:br>
            <a:r>
              <a:rPr lang="pt-BR" dirty="0"/>
              <a:t>App Obesidade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DDC950-9499-19CB-6A17-C212469B0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65191"/>
            <a:ext cx="10515600" cy="1211771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Aluno: Ygor Azevedo Carneiro</a:t>
            </a:r>
          </a:p>
          <a:p>
            <a:pPr marL="0" indent="0">
              <a:buNone/>
            </a:pPr>
            <a:r>
              <a:rPr lang="pt-BR" dirty="0"/>
              <a:t>21/05/2026</a:t>
            </a:r>
          </a:p>
        </p:txBody>
      </p:sp>
      <p:pic>
        <p:nvPicPr>
          <p:cNvPr id="5" name="Imagem 4" descr="Ficheiro:Fiap-logo-novo.jpg – Wikipédia, a enciclopédia livre">
            <a:extLst>
              <a:ext uri="{FF2B5EF4-FFF2-40B4-BE49-F238E27FC236}">
                <a16:creationId xmlns:a16="http://schemas.microsoft.com/office/drawing/2014/main" id="{99AD81F1-F12C-7124-C235-F9CF3A426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32" y="287157"/>
            <a:ext cx="1689941" cy="49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097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03BFE8-9B80-B1CE-0581-0B7D6AFC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Contexto do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8A7177-B6FB-BEAF-DA55-8D4C777F4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sz="2400" dirty="0"/>
              <a:t>Desenvolver um modelo de Machine Learning para auxiliar médicos a prever se uma pessoa pode ter obesidade;</a:t>
            </a:r>
          </a:p>
          <a:p>
            <a:endParaRPr lang="pt-BR" dirty="0"/>
          </a:p>
          <a:p>
            <a:pPr lvl="1"/>
            <a:r>
              <a:rPr lang="pt-BR" dirty="0"/>
              <a:t>Entregáveis:</a:t>
            </a:r>
          </a:p>
          <a:p>
            <a:pPr lvl="2"/>
            <a:r>
              <a:rPr lang="pt-BR" dirty="0"/>
              <a:t>Assertividade acima de 75%;</a:t>
            </a:r>
          </a:p>
          <a:p>
            <a:pPr lvl="2"/>
            <a:r>
              <a:rPr lang="pt-BR" dirty="0"/>
              <a:t>Deploy em uma aplicação preditiva utilizando </a:t>
            </a:r>
            <a:r>
              <a:rPr lang="pt-BR" dirty="0" err="1"/>
              <a:t>Streamlit</a:t>
            </a:r>
            <a:r>
              <a:rPr lang="pt-BR" dirty="0"/>
              <a:t>;</a:t>
            </a:r>
          </a:p>
          <a:p>
            <a:pPr lvl="2"/>
            <a:r>
              <a:rPr lang="pt-BR" dirty="0"/>
              <a:t>Painel com visão analítica;</a:t>
            </a:r>
          </a:p>
        </p:txBody>
      </p:sp>
      <p:pic>
        <p:nvPicPr>
          <p:cNvPr id="4" name="Imagem 3" descr="Ficheiro:Fiap-logo-novo.jpg – Wikipédia, a enciclopédia livre">
            <a:extLst>
              <a:ext uri="{FF2B5EF4-FFF2-40B4-BE49-F238E27FC236}">
                <a16:creationId xmlns:a16="http://schemas.microsoft.com/office/drawing/2014/main" id="{EEE75D06-D78E-BAEF-6EBA-2D0B67591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32" y="287157"/>
            <a:ext cx="1689941" cy="49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669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3E652E0-CD5A-F070-2F0B-05FEF2ECE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457" y="1345061"/>
            <a:ext cx="9405208" cy="473722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0B81DBB-8EEC-5B9A-BDA9-B1F3A0DDC155}"/>
              </a:ext>
            </a:extLst>
          </p:cNvPr>
          <p:cNvSpPr txBox="1"/>
          <p:nvPr/>
        </p:nvSpPr>
        <p:spPr>
          <a:xfrm>
            <a:off x="3505156" y="421241"/>
            <a:ext cx="45908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b="1" dirty="0"/>
              <a:t>Resumo do Projeto</a:t>
            </a:r>
          </a:p>
        </p:txBody>
      </p:sp>
      <p:pic>
        <p:nvPicPr>
          <p:cNvPr id="6" name="Imagem 5" descr="Ficheiro:Fiap-logo-novo.jpg – Wikipédia, a enciclopédia livre">
            <a:extLst>
              <a:ext uri="{FF2B5EF4-FFF2-40B4-BE49-F238E27FC236}">
                <a16:creationId xmlns:a16="http://schemas.microsoft.com/office/drawing/2014/main" id="{9925B164-B83D-07D1-BDD0-DBE831D5F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32" y="287157"/>
            <a:ext cx="1689941" cy="49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521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0AD15-3740-A78C-03AC-3BFB9E3A4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40064-3D40-B319-3B1D-580CD6276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pt-BR" dirty="0">
                <a:effectLst/>
              </a:rPr>
            </a:br>
            <a:r>
              <a:rPr lang="pt-BR" dirty="0">
                <a:effectLst/>
              </a:rPr>
              <a:t>Análise Exploratória (EDA)</a:t>
            </a:r>
            <a:br>
              <a:rPr lang="pt-BR" dirty="0">
                <a:effectLst/>
              </a:rPr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03B611-83F5-EE3B-C144-7B9B14620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20200" cy="4351338"/>
          </a:xfrm>
        </p:spPr>
        <p:txBody>
          <a:bodyPr/>
          <a:lstStyle/>
          <a:p>
            <a:pPr algn="just"/>
            <a:r>
              <a:rPr lang="pt-BR" sz="2400" dirty="0"/>
              <a:t>Avaliação da base;</a:t>
            </a:r>
          </a:p>
          <a:p>
            <a:pPr algn="just"/>
            <a:r>
              <a:rPr lang="pt-BR" sz="2400" dirty="0"/>
              <a:t>Criação da variável BMI (Body Mass Index).</a:t>
            </a:r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4" name="Imagem 3" descr="Ficheiro:Fiap-logo-novo.jpg – Wikipédia, a enciclopédia livre">
            <a:extLst>
              <a:ext uri="{FF2B5EF4-FFF2-40B4-BE49-F238E27FC236}">
                <a16:creationId xmlns:a16="http://schemas.microsoft.com/office/drawing/2014/main" id="{3B6E6445-68E7-3717-3103-C133D4D04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32" y="287157"/>
            <a:ext cx="1689941" cy="49008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684239E-C03D-2C40-51D3-30EDDB37C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146" y="3010065"/>
            <a:ext cx="4737213" cy="348281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AB20DD5-1C2F-9F8D-F74B-7B9CB27D1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0670" y="1422114"/>
            <a:ext cx="1648055" cy="500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62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F6620-BF79-2F90-1E26-0231FEDA2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92F7C4-51A8-1AEA-D8FC-162A12BBE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>
                <a:effectLst/>
              </a:rPr>
              <a:t>Feature Engineering</a:t>
            </a:r>
            <a:endParaRPr lang="pt-BR" dirty="0"/>
          </a:p>
        </p:txBody>
      </p:sp>
      <p:pic>
        <p:nvPicPr>
          <p:cNvPr id="4" name="Imagem 3" descr="Ficheiro:Fiap-logo-novo.jpg – Wikipédia, a enciclopédia livre">
            <a:extLst>
              <a:ext uri="{FF2B5EF4-FFF2-40B4-BE49-F238E27FC236}">
                <a16:creationId xmlns:a16="http://schemas.microsoft.com/office/drawing/2014/main" id="{AD02DA64-C6A3-D939-2AC9-AC28BD10D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32" y="287157"/>
            <a:ext cx="1689941" cy="49008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89A8C6D1-D181-E953-099C-EAD5B4D314D2}"/>
              </a:ext>
            </a:extLst>
          </p:cNvPr>
          <p:cNvSpPr/>
          <p:nvPr/>
        </p:nvSpPr>
        <p:spPr>
          <a:xfrm>
            <a:off x="838200" y="1532323"/>
            <a:ext cx="3313176" cy="8342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1 – Remoção variável BMI e coluna </a:t>
            </a:r>
            <a:r>
              <a:rPr lang="pt-BR" dirty="0" err="1"/>
              <a:t>Weight</a:t>
            </a:r>
            <a:endParaRPr lang="pt-BR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3EC0D1A-416E-B757-F1DA-D20CE4103475}"/>
              </a:ext>
            </a:extLst>
          </p:cNvPr>
          <p:cNvSpPr/>
          <p:nvPr/>
        </p:nvSpPr>
        <p:spPr>
          <a:xfrm>
            <a:off x="838200" y="2594706"/>
            <a:ext cx="3313176" cy="8342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2 – Separação das variáveis (</a:t>
            </a:r>
            <a:r>
              <a:rPr lang="pt-BR" dirty="0" err="1"/>
              <a:t>Númericas</a:t>
            </a:r>
            <a:r>
              <a:rPr lang="pt-BR" dirty="0"/>
              <a:t> x Categóricas)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5CC50DC-94E9-1B46-E6CC-70C2F5E99B85}"/>
              </a:ext>
            </a:extLst>
          </p:cNvPr>
          <p:cNvSpPr/>
          <p:nvPr/>
        </p:nvSpPr>
        <p:spPr>
          <a:xfrm>
            <a:off x="838200" y="3657090"/>
            <a:ext cx="3313176" cy="8342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3 –  Codificação das variáveis categóricas -&gt; </a:t>
            </a:r>
            <a:r>
              <a:rPr lang="pt-BR" dirty="0" err="1"/>
              <a:t>OneHotEncoder</a:t>
            </a:r>
            <a:r>
              <a:rPr lang="pt-BR" dirty="0"/>
              <a:t> 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CD31CCB-86E9-93C7-5DEC-F13B8125DAA4}"/>
              </a:ext>
            </a:extLst>
          </p:cNvPr>
          <p:cNvSpPr/>
          <p:nvPr/>
        </p:nvSpPr>
        <p:spPr>
          <a:xfrm>
            <a:off x="838200" y="4750166"/>
            <a:ext cx="3313176" cy="8342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4 –  Escalonamento das variáveis numéricas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BE697AB-79CA-3A50-A865-8BFC70C0FD97}"/>
              </a:ext>
            </a:extLst>
          </p:cNvPr>
          <p:cNvSpPr/>
          <p:nvPr/>
        </p:nvSpPr>
        <p:spPr>
          <a:xfrm>
            <a:off x="838200" y="5843242"/>
            <a:ext cx="3313176" cy="8342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5 –  </a:t>
            </a:r>
            <a:r>
              <a:rPr lang="pt-BR" dirty="0" err="1"/>
              <a:t>ColumnTransformer</a:t>
            </a:r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93DA732-9A43-A0EC-827E-37F990B01A65}"/>
              </a:ext>
            </a:extLst>
          </p:cNvPr>
          <p:cNvSpPr/>
          <p:nvPr/>
        </p:nvSpPr>
        <p:spPr>
          <a:xfrm>
            <a:off x="7275576" y="1532323"/>
            <a:ext cx="3313176" cy="83429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Evitar vazamento de dados</a:t>
            </a:r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BB24CCA0-AFCA-5071-9782-A126C56D9DB2}"/>
              </a:ext>
            </a:extLst>
          </p:cNvPr>
          <p:cNvCxnSpPr/>
          <p:nvPr/>
        </p:nvCxnSpPr>
        <p:spPr>
          <a:xfrm>
            <a:off x="5230368" y="1949470"/>
            <a:ext cx="129844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tângulo 16">
            <a:extLst>
              <a:ext uri="{FF2B5EF4-FFF2-40B4-BE49-F238E27FC236}">
                <a16:creationId xmlns:a16="http://schemas.microsoft.com/office/drawing/2014/main" id="{AEE29A21-5BE6-A7DF-C918-B16C8E825346}"/>
              </a:ext>
            </a:extLst>
          </p:cNvPr>
          <p:cNvSpPr/>
          <p:nvPr/>
        </p:nvSpPr>
        <p:spPr>
          <a:xfrm>
            <a:off x="7275576" y="2594706"/>
            <a:ext cx="3313176" cy="83429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Evitar ruídos e relações falsas</a:t>
            </a:r>
          </a:p>
        </p:txBody>
      </p: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CAD47B1C-3991-44FF-2036-B46A05E74385}"/>
              </a:ext>
            </a:extLst>
          </p:cNvPr>
          <p:cNvCxnSpPr/>
          <p:nvPr/>
        </p:nvCxnSpPr>
        <p:spPr>
          <a:xfrm>
            <a:off x="5230368" y="3011853"/>
            <a:ext cx="129844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tângulo 18">
            <a:extLst>
              <a:ext uri="{FF2B5EF4-FFF2-40B4-BE49-F238E27FC236}">
                <a16:creationId xmlns:a16="http://schemas.microsoft.com/office/drawing/2014/main" id="{EFF1377B-3D6F-A251-7681-A604367FC357}"/>
              </a:ext>
            </a:extLst>
          </p:cNvPr>
          <p:cNvSpPr/>
          <p:nvPr/>
        </p:nvSpPr>
        <p:spPr>
          <a:xfrm>
            <a:off x="7275576" y="3657089"/>
            <a:ext cx="3313176" cy="83429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Ajuste para utilizar nos modelos</a:t>
            </a:r>
          </a:p>
        </p:txBody>
      </p: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CAA7DCC4-CD7E-5E63-C9B8-C5173803183F}"/>
              </a:ext>
            </a:extLst>
          </p:cNvPr>
          <p:cNvCxnSpPr/>
          <p:nvPr/>
        </p:nvCxnSpPr>
        <p:spPr>
          <a:xfrm>
            <a:off x="5230368" y="4074236"/>
            <a:ext cx="129844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tângulo 20">
            <a:extLst>
              <a:ext uri="{FF2B5EF4-FFF2-40B4-BE49-F238E27FC236}">
                <a16:creationId xmlns:a16="http://schemas.microsoft.com/office/drawing/2014/main" id="{77FE86D0-5962-508B-76E4-7501369F0A20}"/>
              </a:ext>
            </a:extLst>
          </p:cNvPr>
          <p:cNvSpPr/>
          <p:nvPr/>
        </p:nvSpPr>
        <p:spPr>
          <a:xfrm>
            <a:off x="7275576" y="4719472"/>
            <a:ext cx="3313176" cy="83429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Ajuste da escala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497C584B-861F-4EE3-B9F9-BFBE89BE0CFF}"/>
              </a:ext>
            </a:extLst>
          </p:cNvPr>
          <p:cNvCxnSpPr/>
          <p:nvPr/>
        </p:nvCxnSpPr>
        <p:spPr>
          <a:xfrm>
            <a:off x="5230368" y="5136619"/>
            <a:ext cx="129844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tângulo 22">
            <a:extLst>
              <a:ext uri="{FF2B5EF4-FFF2-40B4-BE49-F238E27FC236}">
                <a16:creationId xmlns:a16="http://schemas.microsoft.com/office/drawing/2014/main" id="{38A59ACD-039A-9FA7-7DC0-5BA7D28BC12E}"/>
              </a:ext>
            </a:extLst>
          </p:cNvPr>
          <p:cNvSpPr/>
          <p:nvPr/>
        </p:nvSpPr>
        <p:spPr>
          <a:xfrm>
            <a:off x="7275576" y="5781855"/>
            <a:ext cx="3313176" cy="83429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Unir as transformações</a:t>
            </a:r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8DE21411-580E-6CBF-D921-69980F3C97FB}"/>
              </a:ext>
            </a:extLst>
          </p:cNvPr>
          <p:cNvCxnSpPr/>
          <p:nvPr/>
        </p:nvCxnSpPr>
        <p:spPr>
          <a:xfrm>
            <a:off x="5230368" y="6199002"/>
            <a:ext cx="129844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9490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45532-035D-59DC-A150-FB35BC168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44428E-5993-3E3F-BB31-C8F0E5B93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>
                <a:effectLst/>
              </a:rPr>
              <a:t>Modelos Avaliados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AF82F2-01DC-41E9-0BB0-BE31F9DF4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XgBoost -&gt; 88%</a:t>
            </a:r>
          </a:p>
          <a:p>
            <a:r>
              <a:rPr lang="pt-BR" sz="2400" dirty="0"/>
              <a:t>Random Forest </a:t>
            </a:r>
            <a:r>
              <a:rPr lang="pt-BR" sz="2400" dirty="0" err="1"/>
              <a:t>Classifier</a:t>
            </a:r>
            <a:r>
              <a:rPr lang="pt-BR" sz="2400" dirty="0"/>
              <a:t> -&gt; 84%</a:t>
            </a:r>
          </a:p>
          <a:p>
            <a:r>
              <a:rPr lang="pt-BR" sz="2400" dirty="0"/>
              <a:t>Regressão Logística -&gt; 60%</a:t>
            </a:r>
          </a:p>
        </p:txBody>
      </p:sp>
      <p:pic>
        <p:nvPicPr>
          <p:cNvPr id="4" name="Imagem 3" descr="Ficheiro:Fiap-logo-novo.jpg – Wikipédia, a enciclopédia livre">
            <a:extLst>
              <a:ext uri="{FF2B5EF4-FFF2-40B4-BE49-F238E27FC236}">
                <a16:creationId xmlns:a16="http://schemas.microsoft.com/office/drawing/2014/main" id="{69D5FA2C-19D9-6E6E-FCFC-40026901D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32" y="287157"/>
            <a:ext cx="1689941" cy="49008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4205DA2-134D-33A4-9218-22A1AD14E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86" y="4208124"/>
            <a:ext cx="6215722" cy="2103776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593EAF6-7B30-6B2F-470D-57CA501AD0AE}"/>
              </a:ext>
            </a:extLst>
          </p:cNvPr>
          <p:cNvSpPr/>
          <p:nvPr/>
        </p:nvSpPr>
        <p:spPr>
          <a:xfrm>
            <a:off x="838200" y="3712464"/>
            <a:ext cx="5992368" cy="3607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Melhores Parâmetros XgBoost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48BDF36-732E-E0BC-18EE-A9A29CAEB7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1252" y="2402414"/>
            <a:ext cx="4934944" cy="40904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9A0DF7B-EC64-39B9-36AC-71971DF24A24}"/>
              </a:ext>
            </a:extLst>
          </p:cNvPr>
          <p:cNvSpPr/>
          <p:nvPr/>
        </p:nvSpPr>
        <p:spPr>
          <a:xfrm>
            <a:off x="7051252" y="1866190"/>
            <a:ext cx="4934944" cy="3607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Matriz de Confusão</a:t>
            </a:r>
          </a:p>
        </p:txBody>
      </p:sp>
    </p:spTree>
    <p:extLst>
      <p:ext uri="{BB962C8B-B14F-4D97-AF65-F5344CB8AC3E}">
        <p14:creationId xmlns:p14="http://schemas.microsoft.com/office/powerpoint/2010/main" val="167486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C82C3-71D7-5BEF-506B-AC1236191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D680C-C569-17B7-5B2A-13A88343A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>
                <a:effectLst/>
              </a:rPr>
              <a:t>XgBoost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3B72F2-D841-9267-30F8-B9367C4E8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400" dirty="0"/>
              <a:t>Transformação das classes em números;</a:t>
            </a:r>
          </a:p>
          <a:p>
            <a:r>
              <a:rPr lang="pt-BR" sz="2400" dirty="0" err="1"/>
              <a:t>Stratify</a:t>
            </a:r>
            <a:r>
              <a:rPr lang="pt-BR" sz="2400" dirty="0"/>
              <a:t> para manter balanceamento das classes;</a:t>
            </a:r>
          </a:p>
          <a:p>
            <a:r>
              <a:rPr lang="pt-BR" sz="2400" dirty="0" err="1">
                <a:effectLst/>
              </a:rPr>
              <a:t>RandomizedSearchCV</a:t>
            </a:r>
            <a:r>
              <a:rPr lang="pt-BR" sz="2400" dirty="0">
                <a:effectLst/>
              </a:rPr>
              <a:t>.</a:t>
            </a:r>
          </a:p>
          <a:p>
            <a:pPr marL="0" indent="0">
              <a:buNone/>
            </a:pPr>
            <a:endParaRPr lang="pt-BR" dirty="0"/>
          </a:p>
          <a:p>
            <a:endParaRPr lang="pt-BR" dirty="0"/>
          </a:p>
        </p:txBody>
      </p:sp>
      <p:pic>
        <p:nvPicPr>
          <p:cNvPr id="4" name="Imagem 3" descr="Ficheiro:Fiap-logo-novo.jpg – Wikipédia, a enciclopédia livre">
            <a:extLst>
              <a:ext uri="{FF2B5EF4-FFF2-40B4-BE49-F238E27FC236}">
                <a16:creationId xmlns:a16="http://schemas.microsoft.com/office/drawing/2014/main" id="{2CA7DF4E-313F-6245-F63C-08B02D24E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32" y="287157"/>
            <a:ext cx="1689941" cy="49008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4B454AD-804D-DD71-05E3-49DC50664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56" y="4297011"/>
            <a:ext cx="3686689" cy="2067213"/>
          </a:xfrm>
          <a:prstGeom prst="rect">
            <a:avLst/>
          </a:prstGeom>
        </p:spPr>
      </p:pic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BEE07AC4-8818-9989-C421-0308A9A655BC}"/>
              </a:ext>
            </a:extLst>
          </p:cNvPr>
          <p:cNvSpPr txBox="1">
            <a:spLocks/>
          </p:cNvSpPr>
          <p:nvPr/>
        </p:nvSpPr>
        <p:spPr>
          <a:xfrm>
            <a:off x="6059424" y="4446502"/>
            <a:ext cx="5974080" cy="22225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 err="1"/>
              <a:t>Normal_Weight</a:t>
            </a:r>
            <a:r>
              <a:rPr lang="pt-BR" sz="2000" dirty="0"/>
              <a:t> – Pior classe </a:t>
            </a:r>
          </a:p>
          <a:p>
            <a:r>
              <a:rPr lang="pt-BR" sz="2000" dirty="0" err="1">
                <a:effectLst/>
              </a:rPr>
              <a:t>Overweight_Level_I</a:t>
            </a:r>
            <a:r>
              <a:rPr lang="pt-BR" sz="2000" dirty="0">
                <a:effectLst/>
              </a:rPr>
              <a:t> – Recall Baixo</a:t>
            </a:r>
            <a:endParaRPr lang="pt-BR" sz="2000" dirty="0"/>
          </a:p>
          <a:p>
            <a:r>
              <a:rPr lang="pt-BR" sz="2000" dirty="0" err="1">
                <a:effectLst/>
              </a:rPr>
              <a:t>Obesity_Type_III</a:t>
            </a:r>
            <a:r>
              <a:rPr lang="pt-BR" sz="2000" dirty="0">
                <a:effectLst/>
              </a:rPr>
              <a:t> – Melhores resultados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4389235-9D0B-12C1-7877-290580334E09}"/>
              </a:ext>
            </a:extLst>
          </p:cNvPr>
          <p:cNvSpPr/>
          <p:nvPr/>
        </p:nvSpPr>
        <p:spPr>
          <a:xfrm>
            <a:off x="765048" y="3811459"/>
            <a:ext cx="3962400" cy="3607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Resultado Teste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7C920E3-002D-9BAA-4198-4EA9BA669685}"/>
              </a:ext>
            </a:extLst>
          </p:cNvPr>
          <p:cNvSpPr/>
          <p:nvPr/>
        </p:nvSpPr>
        <p:spPr>
          <a:xfrm>
            <a:off x="6059424" y="3811458"/>
            <a:ext cx="4684776" cy="3607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Avaliação das classes</a:t>
            </a:r>
          </a:p>
        </p:txBody>
      </p:sp>
    </p:spTree>
    <p:extLst>
      <p:ext uri="{BB962C8B-B14F-4D97-AF65-F5344CB8AC3E}">
        <p14:creationId xmlns:p14="http://schemas.microsoft.com/office/powerpoint/2010/main" val="3631894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84606-B24D-C2FC-35CF-5270C5F44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1E8ACE-0E7C-DFA1-313E-187D8C4A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>
                <a:effectLst/>
              </a:rPr>
              <a:t>Deploy e Aplicação</a:t>
            </a:r>
            <a:endParaRPr lang="pt-BR" dirty="0"/>
          </a:p>
        </p:txBody>
      </p:sp>
      <p:pic>
        <p:nvPicPr>
          <p:cNvPr id="4" name="Imagem 3" descr="Ficheiro:Fiap-logo-novo.jpg – Wikipédia, a enciclopédia livre">
            <a:extLst>
              <a:ext uri="{FF2B5EF4-FFF2-40B4-BE49-F238E27FC236}">
                <a16:creationId xmlns:a16="http://schemas.microsoft.com/office/drawing/2014/main" id="{CBEE4CB8-9492-DA21-F6EC-30415BD65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32" y="287157"/>
            <a:ext cx="1689941" cy="49008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B272F68-5C8E-BFE6-E70C-EB1D239D55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624" y="2052034"/>
            <a:ext cx="6821338" cy="38985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m 8" descr="Ficheiro:Docker Logo.png – Wikipédia, a enciclopédia livre">
            <a:extLst>
              <a:ext uri="{FF2B5EF4-FFF2-40B4-BE49-F238E27FC236}">
                <a16:creationId xmlns:a16="http://schemas.microsoft.com/office/drawing/2014/main" id="{3E534B70-354C-C5A8-F710-EF349E1347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12" y="1855223"/>
            <a:ext cx="3329908" cy="756476"/>
          </a:xfrm>
          <a:prstGeom prst="rect">
            <a:avLst/>
          </a:prstGeom>
        </p:spPr>
      </p:pic>
      <p:pic>
        <p:nvPicPr>
          <p:cNvPr id="10" name="Imagem 9" descr="Render Status">
            <a:extLst>
              <a:ext uri="{FF2B5EF4-FFF2-40B4-BE49-F238E27FC236}">
                <a16:creationId xmlns:a16="http://schemas.microsoft.com/office/drawing/2014/main" id="{B30D301F-799A-2E0E-14A5-CA71596C7B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429000"/>
            <a:ext cx="3490532" cy="692210"/>
          </a:xfrm>
          <a:prstGeom prst="rect">
            <a:avLst/>
          </a:prstGeom>
        </p:spPr>
      </p:pic>
      <p:pic>
        <p:nvPicPr>
          <p:cNvPr id="11" name="Imagem 10" descr="Brand • Streamlit">
            <a:extLst>
              <a:ext uri="{FF2B5EF4-FFF2-40B4-BE49-F238E27FC236}">
                <a16:creationId xmlns:a16="http://schemas.microsoft.com/office/drawing/2014/main" id="{F5D486D9-B117-D718-61C0-FA4C704284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918" y="4826603"/>
            <a:ext cx="4067175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950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A799B-3243-ACD4-9F84-77E1FB979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F7DE80-AAC4-CA0C-7C68-03B6A640E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dirty="0">
                <a:effectLst/>
              </a:rPr>
              <a:t>Dashboard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33A514-6216-09D8-9A61-8AC54222F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1202" y="1444752"/>
            <a:ext cx="3892597" cy="1623939"/>
          </a:xfrm>
        </p:spPr>
        <p:txBody>
          <a:bodyPr>
            <a:normAutofit/>
          </a:bodyPr>
          <a:lstStyle/>
          <a:p>
            <a:pPr algn="just"/>
            <a:r>
              <a:rPr lang="pt-BR" sz="2400" dirty="0"/>
              <a:t>Visão resumida de toda base</a:t>
            </a:r>
          </a:p>
        </p:txBody>
      </p:sp>
      <p:pic>
        <p:nvPicPr>
          <p:cNvPr id="4" name="Imagem 3" descr="Ficheiro:Fiap-logo-novo.jpg – Wikipédia, a enciclopédia livre">
            <a:extLst>
              <a:ext uri="{FF2B5EF4-FFF2-40B4-BE49-F238E27FC236}">
                <a16:creationId xmlns:a16="http://schemas.microsoft.com/office/drawing/2014/main" id="{991FF078-4555-1AB8-59A2-9560E317B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32" y="287157"/>
            <a:ext cx="1689941" cy="490083"/>
          </a:xfrm>
          <a:prstGeom prst="rect">
            <a:avLst/>
          </a:prstGeom>
        </p:spPr>
      </p:pic>
      <p:sp>
        <p:nvSpPr>
          <p:cNvPr id="9" name="Espaço Reservado para Conteúdo 2">
            <a:extLst>
              <a:ext uri="{FF2B5EF4-FFF2-40B4-BE49-F238E27FC236}">
                <a16:creationId xmlns:a16="http://schemas.microsoft.com/office/drawing/2014/main" id="{E8D13550-123E-ED30-94B1-69DDDF7F2033}"/>
              </a:ext>
            </a:extLst>
          </p:cNvPr>
          <p:cNvSpPr txBox="1">
            <a:spLocks/>
          </p:cNvSpPr>
          <p:nvPr/>
        </p:nvSpPr>
        <p:spPr>
          <a:xfrm>
            <a:off x="217933" y="5183204"/>
            <a:ext cx="3955084" cy="1540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400" dirty="0"/>
              <a:t>Detalhes sobre comportamento e impacto na saúde das pessoas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E072F5F-7FA5-0A45-5293-83AE4A8D8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83" y="1529184"/>
            <a:ext cx="5675816" cy="32036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853D375-0D02-C320-50E8-930FAF32B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1640" y="3348646"/>
            <a:ext cx="5852160" cy="32811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Seta: para a Direita Listrada 14">
            <a:extLst>
              <a:ext uri="{FF2B5EF4-FFF2-40B4-BE49-F238E27FC236}">
                <a16:creationId xmlns:a16="http://schemas.microsoft.com/office/drawing/2014/main" id="{76C01495-EEA3-0A62-1FE4-4A988D0B6543}"/>
              </a:ext>
            </a:extLst>
          </p:cNvPr>
          <p:cNvSpPr/>
          <p:nvPr/>
        </p:nvSpPr>
        <p:spPr>
          <a:xfrm>
            <a:off x="6242003" y="2022856"/>
            <a:ext cx="963469" cy="713667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para a Direita Listrada 15">
            <a:extLst>
              <a:ext uri="{FF2B5EF4-FFF2-40B4-BE49-F238E27FC236}">
                <a16:creationId xmlns:a16="http://schemas.microsoft.com/office/drawing/2014/main" id="{44DC2242-72BD-093D-D710-678F07B854CD}"/>
              </a:ext>
            </a:extLst>
          </p:cNvPr>
          <p:cNvSpPr/>
          <p:nvPr/>
        </p:nvSpPr>
        <p:spPr>
          <a:xfrm rot="10800000">
            <a:off x="4355594" y="5183204"/>
            <a:ext cx="963469" cy="713667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8357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80BDF-AB91-0CB8-D46D-F34DDA1C4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71D1B7-1C9F-B38D-A01D-FD9D5F573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928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pt-BR" sz="5400" b="1" dirty="0"/>
              <a:t>Obrigado ! </a:t>
            </a:r>
          </a:p>
        </p:txBody>
      </p:sp>
      <p:pic>
        <p:nvPicPr>
          <p:cNvPr id="4" name="Imagem 3" descr="Ficheiro:Fiap-logo-novo.jpg – Wikipédia, a enciclopédia livre">
            <a:extLst>
              <a:ext uri="{FF2B5EF4-FFF2-40B4-BE49-F238E27FC236}">
                <a16:creationId xmlns:a16="http://schemas.microsoft.com/office/drawing/2014/main" id="{50BEAD01-09F3-F6EF-DD87-756557203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32" y="287157"/>
            <a:ext cx="1689941" cy="49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5342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11672</TotalTime>
  <Words>224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do Office</vt:lpstr>
      <vt:lpstr>Módulo 4 - Pós Graduação Data Analytics  App Obesidade</vt:lpstr>
      <vt:lpstr>Contexto do Projeto</vt:lpstr>
      <vt:lpstr>Apresentação do PowerPoint</vt:lpstr>
      <vt:lpstr> Análise Exploratória (EDA) </vt:lpstr>
      <vt:lpstr>Feature Engineering</vt:lpstr>
      <vt:lpstr>Modelos Avaliados</vt:lpstr>
      <vt:lpstr>XgBoost</vt:lpstr>
      <vt:lpstr>Deploy e Aplicação</vt:lpstr>
      <vt:lpstr>Dashboard</vt:lpstr>
      <vt:lpstr>Obrigado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Ygor Azevedo</dc:creator>
  <cp:lastModifiedBy>Ygor Azevedo</cp:lastModifiedBy>
  <cp:revision>1</cp:revision>
  <dcterms:created xsi:type="dcterms:W3CDTF">2026-05-20T12:39:41Z</dcterms:created>
  <dcterms:modified xsi:type="dcterms:W3CDTF">2026-05-28T15:12:32Z</dcterms:modified>
</cp:coreProperties>
</file>